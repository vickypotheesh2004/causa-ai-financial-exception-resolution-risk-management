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68da171114cb4" /><Relationship Type="http://schemas.openxmlformats.org/officeDocument/2006/relationships/extended-properties" Target="/docProps/app.xml" Id="R60ad6b7c8be54b7d" /><Relationship Type="http://schemas.openxmlformats.org/officeDocument/2006/relationships/officeDocument" Target="/ppt/presentation.xml" Id="Re58f92ea4a32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27a5e6c4ab4278"/>
  </p:sldMasterIdLst>
  <p:notesMasterIdLst>
    <p:notesMasterId xmlns:r="http://schemas.openxmlformats.org/officeDocument/2006/relationships" r:id="R22d922d26c8c4e98"/>
  </p:notesMasterIdLst>
  <p:sldIdLst>
    <p:sldId xmlns:r="http://schemas.openxmlformats.org/officeDocument/2006/relationships" id="256" r:id="R1705d9deb18e4e54"/>
    <p:sldId xmlns:r="http://schemas.openxmlformats.org/officeDocument/2006/relationships" id="257" r:id="R55d5b46ac8d948e4"/>
    <p:sldId xmlns:r="http://schemas.openxmlformats.org/officeDocument/2006/relationships" id="258" r:id="R2c977cb9dc124f95"/>
    <p:sldId xmlns:r="http://schemas.openxmlformats.org/officeDocument/2006/relationships" id="259" r:id="Rce32b3657f654de3"/>
    <p:sldId xmlns:r="http://schemas.openxmlformats.org/officeDocument/2006/relationships" id="260" r:id="Rff90ae63c33e4a02"/>
    <p:sldId xmlns:r="http://schemas.openxmlformats.org/officeDocument/2006/relationships" id="261" r:id="R20946716fa474782"/>
    <p:sldId xmlns:r="http://schemas.openxmlformats.org/officeDocument/2006/relationships" id="262" r:id="Re8e5dd8acd6c495e"/>
    <p:sldId xmlns:r="http://schemas.openxmlformats.org/officeDocument/2006/relationships" id="263" r:id="R48a0edf51c3e45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5951abaa524ea4" /><Relationship Type="http://schemas.openxmlformats.org/officeDocument/2006/relationships/slideMaster" Target="/ppt/slideMasters/slideMaster1.xml" Id="R6627a5e6c4ab4278" /><Relationship Type="http://schemas.openxmlformats.org/officeDocument/2006/relationships/notesMaster" Target="/ppt/notesMasters/notesMaster1.xml" Id="R22d922d26c8c4e98" /><Relationship Type="http://schemas.openxmlformats.org/officeDocument/2006/relationships/presProps" Target="/ppt/presProps.xml" Id="Ra932114d3cb047c4" /><Relationship Type="http://schemas.openxmlformats.org/officeDocument/2006/relationships/tableStyles" Target="/ppt/tableStyles.xml" Id="R3e6649cffb094b04" /><Relationship Type="http://schemas.openxmlformats.org/officeDocument/2006/relationships/slide" Target="/ppt/slides/slide1.xml" Id="R1705d9deb18e4e54" /><Relationship Type="http://schemas.openxmlformats.org/officeDocument/2006/relationships/slide" Target="/ppt/slides/slide2.xml" Id="R55d5b46ac8d948e4" /><Relationship Type="http://schemas.openxmlformats.org/officeDocument/2006/relationships/slide" Target="/ppt/slides/slide3.xml" Id="R2c977cb9dc124f95" /><Relationship Type="http://schemas.openxmlformats.org/officeDocument/2006/relationships/slide" Target="/ppt/slides/slide4.xml" Id="Rce32b3657f654de3" /><Relationship Type="http://schemas.openxmlformats.org/officeDocument/2006/relationships/slide" Target="/ppt/slides/slide5.xml" Id="Rff90ae63c33e4a02" /><Relationship Type="http://schemas.openxmlformats.org/officeDocument/2006/relationships/slide" Target="/ppt/slides/slide6.xml" Id="R20946716fa474782" /><Relationship Type="http://schemas.openxmlformats.org/officeDocument/2006/relationships/slide" Target="/ppt/slides/slide7.xml" Id="Re8e5dd8acd6c495e" /><Relationship Type="http://schemas.openxmlformats.org/officeDocument/2006/relationships/slide" Target="/ppt/slides/slide8.xml" Id="R48a0edf51c3e45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f72759da449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c95e9c1cb4096" /><Relationship Type="http://schemas.openxmlformats.org/officeDocument/2006/relationships/notesMaster" Target="/ppt/notesMasters/notesMaster1.xml" Id="R4687ca845f8448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65443ba2f943d7" /><Relationship Type="http://schemas.openxmlformats.org/officeDocument/2006/relationships/notesMaster" Target="/ppt/notesMasters/notesMaster1.xml" Id="R4c74787909a3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2b50a96d847e8" /><Relationship Type="http://schemas.openxmlformats.org/officeDocument/2006/relationships/notesMaster" Target="/ppt/notesMasters/notesMaster1.xml" Id="Rfeb6714a268745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3edd2e97064456" /><Relationship Type="http://schemas.openxmlformats.org/officeDocument/2006/relationships/notesMaster" Target="/ppt/notesMasters/notesMaster1.xml" Id="Rb7c80d013ceb49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29c5f463884091" /><Relationship Type="http://schemas.openxmlformats.org/officeDocument/2006/relationships/notesMaster" Target="/ppt/notesMasters/notesMaster1.xml" Id="Ra7d0528dea82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45a82e376406d" /><Relationship Type="http://schemas.openxmlformats.org/officeDocument/2006/relationships/notesMaster" Target="/ppt/notesMasters/notesMaster1.xml" Id="R2714e4cd98a44f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8582df7dd424e" /><Relationship Type="http://schemas.openxmlformats.org/officeDocument/2006/relationships/notesMaster" Target="/ppt/notesMasters/notesMaster1.xml" Id="R611816c5094a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a58bbbd5db40e4" /><Relationship Type="http://schemas.openxmlformats.org/officeDocument/2006/relationships/notesMaster" Target="/ppt/notesMasters/notesMaster1.xml" Id="Rb3cc7fcfc2b4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99c6ab76f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54660678c41a8" /><Relationship Type="http://schemas.openxmlformats.org/officeDocument/2006/relationships/slideLayout" Target="/ppt/slideLayouts/slideLayout1.xml" Id="R7fd136814511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136814511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845307154eb8" /><Relationship Type="http://schemas.openxmlformats.org/officeDocument/2006/relationships/notesSlide" Target="/ppt/notesSlides/notesSlide1.xml" Id="Racf8e802829449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ff7dc22884e1b" /><Relationship Type="http://schemas.openxmlformats.org/officeDocument/2006/relationships/notesSlide" Target="/ppt/notesSlides/notesSlide2.xml" Id="Ra0e4074545e7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f4964838a41e9" /><Relationship Type="http://schemas.openxmlformats.org/officeDocument/2006/relationships/notesSlide" Target="/ppt/notesSlides/notesSlide3.xml" Id="Ra84f1b28486d49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cf9daa6144da2" /><Relationship Type="http://schemas.openxmlformats.org/officeDocument/2006/relationships/notesSlide" Target="/ppt/notesSlides/notesSlide4.xml" Id="Rd62aeb8b20d044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9774990644f6" /><Relationship Type="http://schemas.openxmlformats.org/officeDocument/2006/relationships/notesSlide" Target="/ppt/notesSlides/notesSlide5.xml" Id="R4ed8eb1ba987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9041a90b64a9e" /><Relationship Type="http://schemas.openxmlformats.org/officeDocument/2006/relationships/notesSlide" Target="/ppt/notesSlides/notesSlide6.xml" Id="Ra3afb89f2c7f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f2c25ba5945d8" /><Relationship Type="http://schemas.openxmlformats.org/officeDocument/2006/relationships/notesSlide" Target="/ppt/notesSlides/notesSlide7.xml" Id="R578cd8938b9b4b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e698623e24719" /><Relationship Type="http://schemas.openxmlformats.org/officeDocument/2006/relationships/notesSlide" Target="/ppt/notesSlides/notesSlide8.xml" Id="R8cd4d42597fc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the active schema version.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26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3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application controls and 66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It excludes planned architecture, draft legal terms and controls that do not yet operate in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by design.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2026-09-26T19:02:57.1060000Z</dcterms:created>
  <dcterms:modified xsi:type="dcterms:W3CDTF">2026-09-26T19:02:57.1060000Z</dcterms:modified>
</coreProperties>
</file>