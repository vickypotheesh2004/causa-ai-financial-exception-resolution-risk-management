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15de42430f477c" /><Relationship Type="http://schemas.openxmlformats.org/officeDocument/2006/relationships/extended-properties" Target="/docProps/app.xml" Id="Re6a75f03113442c1" /><Relationship Type="http://schemas.openxmlformats.org/officeDocument/2006/relationships/officeDocument" Target="/ppt/presentation.xml" Id="R93849970631a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ecd47f02b4d36"/>
  </p:sldMasterIdLst>
  <p:notesMasterIdLst>
    <p:notesMasterId xmlns:r="http://schemas.openxmlformats.org/officeDocument/2006/relationships" r:id="Raecc70c490234f28"/>
  </p:notesMasterIdLst>
  <p:sldIdLst>
    <p:sldId xmlns:r="http://schemas.openxmlformats.org/officeDocument/2006/relationships" id="256" r:id="R38c71d5180fa43ee"/>
    <p:sldId xmlns:r="http://schemas.openxmlformats.org/officeDocument/2006/relationships" id="257" r:id="R5fd681f6b6d449ea"/>
    <p:sldId xmlns:r="http://schemas.openxmlformats.org/officeDocument/2006/relationships" id="258" r:id="Rdb22eacc83e34cc7"/>
    <p:sldId xmlns:r="http://schemas.openxmlformats.org/officeDocument/2006/relationships" id="259" r:id="R7e875aed74994fcd"/>
    <p:sldId xmlns:r="http://schemas.openxmlformats.org/officeDocument/2006/relationships" id="260" r:id="Rbc817b799c41459f"/>
    <p:sldId xmlns:r="http://schemas.openxmlformats.org/officeDocument/2006/relationships" id="261" r:id="R1cb1d783323d4c15"/>
    <p:sldId xmlns:r="http://schemas.openxmlformats.org/officeDocument/2006/relationships" id="262" r:id="Rb80f4b9b91c2432d"/>
    <p:sldId xmlns:r="http://schemas.openxmlformats.org/officeDocument/2006/relationships" id="263" r:id="Re1d9ca53957c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6649a6d95b4e01" /><Relationship Type="http://schemas.openxmlformats.org/officeDocument/2006/relationships/slideMaster" Target="/ppt/slideMasters/slideMaster1.xml" Id="R093ecd47f02b4d36" /><Relationship Type="http://schemas.openxmlformats.org/officeDocument/2006/relationships/notesMaster" Target="/ppt/notesMasters/notesMaster1.xml" Id="Raecc70c490234f28" /><Relationship Type="http://schemas.openxmlformats.org/officeDocument/2006/relationships/presProps" Target="/ppt/presProps.xml" Id="R55d9d5fe3f66490f" /><Relationship Type="http://schemas.openxmlformats.org/officeDocument/2006/relationships/tableStyles" Target="/ppt/tableStyles.xml" Id="Rb16d095d75534de5" /><Relationship Type="http://schemas.openxmlformats.org/officeDocument/2006/relationships/slide" Target="/ppt/slides/slide1.xml" Id="R38c71d5180fa43ee" /><Relationship Type="http://schemas.openxmlformats.org/officeDocument/2006/relationships/slide" Target="/ppt/slides/slide2.xml" Id="R5fd681f6b6d449ea" /><Relationship Type="http://schemas.openxmlformats.org/officeDocument/2006/relationships/slide" Target="/ppt/slides/slide3.xml" Id="Rdb22eacc83e34cc7" /><Relationship Type="http://schemas.openxmlformats.org/officeDocument/2006/relationships/slide" Target="/ppt/slides/slide4.xml" Id="R7e875aed74994fcd" /><Relationship Type="http://schemas.openxmlformats.org/officeDocument/2006/relationships/slide" Target="/ppt/slides/slide5.xml" Id="Rbc817b799c41459f" /><Relationship Type="http://schemas.openxmlformats.org/officeDocument/2006/relationships/slide" Target="/ppt/slides/slide6.xml" Id="R1cb1d783323d4c15" /><Relationship Type="http://schemas.openxmlformats.org/officeDocument/2006/relationships/slide" Target="/ppt/slides/slide7.xml" Id="Rb80f4b9b91c2432d" /><Relationship Type="http://schemas.openxmlformats.org/officeDocument/2006/relationships/slide" Target="/ppt/slides/slide8.xml" Id="Re1d9ca53957c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e59898074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5096cdaf3d401c" /><Relationship Type="http://schemas.openxmlformats.org/officeDocument/2006/relationships/notesMaster" Target="/ppt/notesMasters/notesMaster1.xml" Id="R33d748a6bfb749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5dacde4ea4305" /><Relationship Type="http://schemas.openxmlformats.org/officeDocument/2006/relationships/notesMaster" Target="/ppt/notesMasters/notesMaster1.xml" Id="Rc175085b6a1c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ef8c4f87d43b1" /><Relationship Type="http://schemas.openxmlformats.org/officeDocument/2006/relationships/notesMaster" Target="/ppt/notesMasters/notesMaster1.xml" Id="R50bd8dc4d56c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8913b7136b48d5" /><Relationship Type="http://schemas.openxmlformats.org/officeDocument/2006/relationships/notesMaster" Target="/ppt/notesMasters/notesMaster1.xml" Id="Rea9ad6080d96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dc449afe4c4993" /><Relationship Type="http://schemas.openxmlformats.org/officeDocument/2006/relationships/notesMaster" Target="/ppt/notesMasters/notesMaster1.xml" Id="Rd54ee44881ef4f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648e4fb274a64" /><Relationship Type="http://schemas.openxmlformats.org/officeDocument/2006/relationships/notesMaster" Target="/ppt/notesMasters/notesMaster1.xml" Id="Rdda628ddcfaf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0910cf12dc42a0" /><Relationship Type="http://schemas.openxmlformats.org/officeDocument/2006/relationships/notesMaster" Target="/ppt/notesMasters/notesMaster1.xml" Id="R1f1572cd9e6a48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b6fde1cfa94d60" /><Relationship Type="http://schemas.openxmlformats.org/officeDocument/2006/relationships/notesMaster" Target="/ppt/notesMasters/notesMaster1.xml" Id="R6aed4d5dc4a7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9a53793f045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492793de54604" /><Relationship Type="http://schemas.openxmlformats.org/officeDocument/2006/relationships/slideLayout" Target="/ppt/slideLayouts/slideLayout1.xml" Id="R7dd91a6d2e76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91a6d2e76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32a982c1441dc" /><Relationship Type="http://schemas.openxmlformats.org/officeDocument/2006/relationships/notesSlide" Target="/ppt/notesSlides/notesSlide1.xml" Id="Rbb93dab734ee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53865e9354247" /><Relationship Type="http://schemas.openxmlformats.org/officeDocument/2006/relationships/notesSlide" Target="/ppt/notesSlides/notesSlide2.xml" Id="R0f08268da06449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6779d60a4093" /><Relationship Type="http://schemas.openxmlformats.org/officeDocument/2006/relationships/notesSlide" Target="/ppt/notesSlides/notesSlide3.xml" Id="Re76114bda07e46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05ca7e964266" /><Relationship Type="http://schemas.openxmlformats.org/officeDocument/2006/relationships/notesSlide" Target="/ppt/notesSlides/notesSlide4.xml" Id="R719065332a224b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18405aee5496e" /><Relationship Type="http://schemas.openxmlformats.org/officeDocument/2006/relationships/notesSlide" Target="/ppt/notesSlides/notesSlide5.xml" Id="Re9542762ed9f41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58cd568ba44ad" /><Relationship Type="http://schemas.openxmlformats.org/officeDocument/2006/relationships/notesSlide" Target="/ppt/notesSlides/notesSlide6.xml" Id="R6367bed163fe4d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e43bd7de44ee4" /><Relationship Type="http://schemas.openxmlformats.org/officeDocument/2006/relationships/notesSlide" Target="/ppt/notesSlides/notesSlide7.xml" Id="Ra4bead358d8540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c5cbcac6a4f0a" /><Relationship Type="http://schemas.openxmlformats.org/officeDocument/2006/relationships/notesSlide" Target="/ppt/notesSlides/notesSlide8.xml" Id="R1e799e06e66e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DEF4-C1A8-4019-90D6-26DA2A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192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839F-C33E-451D-9F66-3F9B65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B518-ECCF-4D40-830D-D3E11DE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7B7"/>
          </a:solidFill>
          <a:ln xmlns:a="http://schemas.openxmlformats.org/drawingml/2006/main" w="0">
            <a:solidFill>
              <a:srgbClr val="53C7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A6C1-8429-4D07-A31A-9C17F9D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948E-E1E5-429A-8BD4-89E8C65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</a:p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77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BB6A-7AA4-4C01-ADFC-F5E8611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B2E3-E980-4546-9264-31E90C2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CABA-F709-41CF-B286-95E3A5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FA98-040A-4A72-AEB4-30A185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7F-5AB5-47A7-8DD7-037B8DF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EC8E-D1DD-48D0-807C-F362E86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ED3F-1ECA-4F61-88AE-1CBF3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E2E-2AFD-4D2C-9D15-9AA6E7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658D-C11E-4780-8C4A-DF48B43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0378-E21A-448C-8DA6-AB02B8E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9234-2686-40D5-9D64-5796B11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D8BD-9839-44AA-8BD6-22E687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5D27-3CBD-4A15-A4B5-3BC47A4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5160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E298-60C1-4EE6-9C8C-E93A2CB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8349-84D1-435A-88A9-7C94A33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58910-2983-4EE1-A19D-4FCA9EF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DA4E4-D9A4-414F-B812-1F8CA01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CAA4-1162-4421-8E9A-1CA9230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EBE1-D7D7-4CD7-ADED-581E6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D44D-7963-44E7-AC49-0834239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68E-B175-40E5-892E-F31AB49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6CE2-D7A7-4094-8D4C-6344BC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A754-8510-4D9D-B422-9E39A88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5D1F-0815-46A1-8060-C260328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8405-909C-4E23-8DA7-8134859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CB5B-479C-4D6E-95C0-278C20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</a:p>
        </p:txBody>
      </p:sp>
    </p:spTree>
    <p:extLst>
      <p:ext uri="{BB962C8B-B14F-4D97-AF65-F5344CB8AC3E}">
        <p14:creationId xmlns:p14="http://schemas.microsoft.com/office/powerpoint/2010/main" val="1789743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5F276-8372-4B59-BE21-DED5CEE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2F22-868C-4A7A-9C07-2507A0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0789-4694-4862-BFEB-10509D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6E70-A972-4C3C-8C2B-051B573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9117-784E-4ABA-BEA0-274AEA0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A3999-8B15-409B-A52B-44D379E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0A93-96B5-4105-B35A-5A559CD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78962-E6D0-4871-9776-ECDD5FB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4C6-A0FE-40A0-BFE2-91937C4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BBCC-BEE3-418F-9B1C-8B37E7C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F0B9-A47A-41F1-8242-6E65DE2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61AE-A2E7-41C1-A9C8-B0B0E0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1859-2384-4ACD-B092-D1EDBF4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schema version 4.</a:t>
            </a:r>
          </a:p>
        </p:txBody>
      </p:sp>
    </p:spTree>
    <p:extLst>
      <p:ext uri="{BB962C8B-B14F-4D97-AF65-F5344CB8AC3E}">
        <p14:creationId xmlns:p14="http://schemas.microsoft.com/office/powerpoint/2010/main" val="62406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DA0E-EBAA-4391-9FE4-2F2487C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B340E-C3E6-49F4-A91B-3956C6A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584A-6E1B-4CD8-B8BE-90EE7C3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B621-52D0-4F43-BFFC-1EB983E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6D58-CEA4-4B0E-A3B7-D7CCE6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E5F4-DC9A-44E7-9140-3141740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394AC-637C-4C18-B0A8-9AD669E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8176-92BF-4992-9F16-7124916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3878-D147-4238-84AC-0D142A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5FB0C-D8F2-4D40-B195-58478C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569E-5DA9-4F25-BF2E-A70D82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D3D4-8ADD-4B6F-86C8-A35656B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2F51-EC1F-4B19-8235-9D6EAB1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</a:p>
        </p:txBody>
      </p:sp>
    </p:spTree>
    <p:extLst>
      <p:ext uri="{BB962C8B-B14F-4D97-AF65-F5344CB8AC3E}">
        <p14:creationId xmlns:p14="http://schemas.microsoft.com/office/powerpoint/2010/main" val="179312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2D4DA-2D9C-4C3F-A8AE-6086B57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420C-45DF-43FF-85A4-B340EA1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E28-5724-4847-8607-2850C73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Production readiness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7AD0F-B42B-410E-83AB-353AA59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Evidence-based assessment as of 27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AF5B-AACC-4EAD-9BAC-CDD7BA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FA12-8EE7-4EA7-B4A0-89F91CA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7257-8496-448F-8BE0-9D764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out of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798C-FDC5-48CF-9BD3-B0C1564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594C-C819-4B35-8010-A7D1807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score credits implemented controls, governance gates and 72 passing automated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0FAD5-533C-493F-91D8-1445BA5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8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Cross-document implementation is 56 out of 100 against the PDR and project description.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7655-77F1-436E-848A-0220B1A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Production launch remains blocked until company controls are evidenced.</a:t>
            </a:r>
          </a:p>
        </p:txBody>
      </p:sp>
    </p:spTree>
    <p:extLst>
      <p:ext uri="{BB962C8B-B14F-4D97-AF65-F5344CB8AC3E}">
        <p14:creationId xmlns:p14="http://schemas.microsoft.com/office/powerpoint/2010/main" val="1794550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720B-7CC7-474C-81E5-AE26EDB4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66A7-6604-4EDC-8836-43AAFAA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4A85-DBDB-4230-AA8E-4199082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DDA9-48E5-4014-B07E-FBC5EE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8337-C4E4-4724-A936-42B62F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CA9CA-DFDF-4DE5-BC37-40A13F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590D-44CF-4959-BD9F-A7B3A76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23869-1FA9-44CC-B009-3BA8302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8D1C-1854-4BD6-9DB9-DF52D5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E6C2-98FC-4BA8-AAD4-3550F7E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54B6-5BA2-4935-811C-8FFFCB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3600-3A83-4378-9B46-04F335A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B159-E33B-4553-84C9-D8F8216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</a:p>
        </p:txBody>
      </p:sp>
    </p:spTree>
    <p:extLst>
      <p:ext uri="{BB962C8B-B14F-4D97-AF65-F5344CB8AC3E}">
        <p14:creationId xmlns:p14="http://schemas.microsoft.com/office/powerpoint/2010/main" val="21216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D0B8-B2FC-4AA4-ACC6-8432317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8D50E-D14F-4F9E-83DC-99CF972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794-5704-47FF-96DC-5F1996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887F-9C25-4EC9-B164-1CD26CC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9C73-1BB6-43B7-A11A-577009F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A0F7-4AB5-4B1C-924C-80C694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8D95-4D70-44D1-8E9A-69B4DB8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A852-AFAC-4C7F-8C73-ED72369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FCC4-85B9-4AD0-AAB6-C3B6B3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01B7-A0DC-44AC-AFB1-09CE3D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878B-9E0A-4887-BA9E-8DAE75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8B0B-917F-46DC-B44D-49F7BB9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77A76-1F12-48AA-8D30-229EDAA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</a:p>
        </p:txBody>
      </p:sp>
    </p:spTree>
    <p:extLst>
      <p:ext uri="{BB962C8B-B14F-4D97-AF65-F5344CB8AC3E}">
        <p14:creationId xmlns:p14="http://schemas.microsoft.com/office/powerpoint/2010/main" val="99448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2026-09-26T19:14:49.5710000Z</dcterms:created>
  <dcterms:modified xsi:type="dcterms:W3CDTF">2026-09-26T19:14:49.5710000Z</dcterms:modified>
</coreProperties>
</file>